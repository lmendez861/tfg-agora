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8" d="100"/>
          <a:sy n="28" d="100"/>
        </p:scale>
        <p:origin x="110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06C32B-95F8-0CB8-15AF-E52BACCA71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396097-7924-3998-1C36-567F026FB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86F0EA-E90A-19B4-6630-4C086F3F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4E3273-E80D-01EA-C783-0286B4666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CB7B88-35A4-6F91-A0F2-F0659737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8592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C281B3-B8C5-08D5-E625-8D7846C1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6BB646-1475-DAFE-A9BC-2C2FBB89B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0AB18C-3B4A-8EAF-6859-D332F616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788EEB-ED4C-CCA8-7539-9E3EC21A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A168FB-D743-7D0A-37EA-E72D2A011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46476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AE8A09-402E-04F7-DC03-973FBAB08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89D0E08-569A-FDA2-925F-B11AE1E7DC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5301EA-E641-AF20-A2C6-0EDE8B978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6671BF-7E6C-3AEC-8D6E-2F3094F8A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E52E1D-E78E-02F6-27FE-1CE7B1C71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0761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19E97A-04ED-CC83-92FF-1ED811094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4828F6-5F20-8A31-FB9E-D1D2B34CF6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1A4499B-36AE-5B6C-A669-2DD6FFC04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A6C43CB-90D9-A33D-EE6E-BE9E10EC4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7F2001B-FD92-AA4F-A8D0-AB413899A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76D7065-2A74-E0E8-28C8-407CA31F2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53864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37F479-F20E-4279-50B3-7E3E9574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DEE52E6-A81B-1DCA-7EB6-7E8714CE1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943580-4F65-38C4-6437-3FB53284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91AAAA1-1F6E-D9EB-5C2E-A9E4642B2A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1EE87F9-588E-0BDB-2CE0-DE8297A072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89FA6E6-2848-2FD1-6B51-6A5E88C2C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0BC1378-EDC3-55BB-F621-5BE3778A7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7499364-8140-AE45-6548-B0BDFD8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74612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428F1-4E3B-5C68-794B-0A3FA665B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2E665BB-E735-461F-FCB6-0B073149E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D2CD6D2-3DDA-ED2B-E4C7-1C69A8F8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D6C2BB-8C27-69E3-3CFE-E6390F6CF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147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3B048A9-BD99-2375-585A-D4C868184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F3BEE9F-4604-5758-532F-44EEAF474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A4D87F5-D29E-2EB1-89FB-BBF1D66A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8986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EEB268-9EB8-4435-ABC0-5ABA1610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5E207C-D956-A236-1D66-8F3EED656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DE1F64-9FBF-0CC0-EF4E-40FD750A15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387059-F3A4-D2A1-6BAC-E444FC18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D4BD51-ED0C-33C1-12ED-1A6F97EC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CB36470-FAAE-8813-CAE9-200892A99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4073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CA4D5-C841-D735-536B-4E9C8C87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0400607-52AB-8760-0C15-777F4D4D89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6BA020B-F1CA-8CD0-B984-DF8ABF68D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CCE050-CDF4-8778-78F5-37F513CB9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A03A23-AF95-B7F3-F81E-0B991AC7C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47CCD64-4E65-B09A-D947-DF081219A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073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45A06-DE9E-7BE3-D76F-2A759EED9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9505CBE-2B65-7720-71CB-45D7D3FB2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7858D-1E8A-45BF-FCB2-DB0E0627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5B0907-E490-07C5-8AB1-513DC994A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44E794-ADAA-8058-EC00-39F60443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9183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29E8D08-CBF6-0D40-7EC1-AA137D973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718291-4698-24AA-6202-163D8644CF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76FE63-257D-02CB-7BE7-C2E8117B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9DC3843-AD78-ADE3-5BFC-33289966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FE950-C2A4-E869-94E0-5ECEA5AD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2457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BB8132E-4A6D-E701-E1D1-7B90B8F0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4F0ABB-71B6-2569-CA38-C2FF23CC2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28B9E3-B669-98CD-0DFB-9444623D04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E44E50-88F2-4BF5-98DE-3ABAC7B3EF02}" type="datetimeFigureOut">
              <a:rPr lang="es-ES" smtClean="0"/>
              <a:t>12/04/2026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56AD14-05B4-92A6-FA8F-EADFB0CE53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6C7FE4-CC40-DB1F-9F2A-08BF6AE7A2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9D604-3501-452D-8397-28F2772CD1E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13372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A2AA10A-9FF8-A869-1536-A4A102CFE593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TFG AGORA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0E24BB-B413-AD12-03CD-A2B0529F5A63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Demo guiada del portal interno y externo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C3766BD-9FEC-62CD-E93A-D2561B617E2E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En este video voy a ensenar el resultado final del proyecto de forma breve y ordenada.
Voy a recorrer el acceso interno, una exportacion CSV real, la bandeja de mensajes, el portal externo, la documentacion y el monitor privado.</a:t>
            </a:r>
          </a:p>
        </p:txBody>
      </p:sp>
    </p:spTree>
    <p:extLst>
      <p:ext uri="{BB962C8B-B14F-4D97-AF65-F5344CB8AC3E}">
        <p14:creationId xmlns:p14="http://schemas.microsoft.com/office/powerpoint/2010/main" val="3128052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D30C21-7680-28C5-23E9-212B305A7037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PORTAL INTERNO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5F5873E-037F-5CF5-376F-C5547F741A3F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Dashboard operativo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5C84BD-F31B-B77C-BDC9-2E31F32309AA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Aqui estoy mostrando el panel interno. He colocado un dashboard con KPI para que el centro vea de un vistazo cuantas empresas, convenios, estudiantes y asignaciones tiene activas, y desde ahi pueda entrar rapido al modulo que necesite.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6BC244D-EECE-6923-E9DD-41C53173148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660400"/>
            <a:ext cx="7874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253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841F336-445B-4CC6-81F7-F8FCEDF6CD80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FUNCION REAL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B84EEE0-4E43-DC51-A216-118E313580C9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Exportacion CSV en la operativa diaria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528FA9-6CD4-BD16-E1CF-939330684AEB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Una de las funciones que queria ensenar es la exportacion CSV.
La he dejado disponible en dashboard y en los modulos principales porque permite sacar informacion real del sistema y revisarla fuera de la aplicacion, por ejemplo en Excel o para adjuntarla como evidencia.</a:t>
            </a:r>
          </a:p>
        </p:txBody>
      </p:sp>
    </p:spTree>
    <p:extLst>
      <p:ext uri="{BB962C8B-B14F-4D97-AF65-F5344CB8AC3E}">
        <p14:creationId xmlns:p14="http://schemas.microsoft.com/office/powerpoint/2010/main" val="42162218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4C0B7A3-97BE-CFFA-A9FC-EF1D10FD0BB0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EVIDENCIA CSV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2C9259F-4082-13EA-4967-A68554644539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Archivo real generado por el backend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0578DF2-D8DD-0C95-23A8-8334A2C954A4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Aqui se ve un CSV real descargado desde la propia aplicacion.
He anonimizado la muestra para la entrega, pero el archivo sigue saliendo del endpoint real y se puede abrir como hoja de calculo para trabajar fuera del sistema.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6645E00-7233-ED4E-C36A-56619D165F52}"/>
              </a:ext>
            </a:extLst>
          </p:cNvPr>
          <p:cNvSpPr/>
          <p:nvPr/>
        </p:nvSpPr>
        <p:spPr>
          <a:xfrm>
            <a:off x="7747000" y="787400"/>
            <a:ext cx="7975600" cy="4673600"/>
          </a:xfrm>
          <a:prstGeom prst="rect">
            <a:avLst/>
          </a:prstGeom>
          <a:solidFill>
            <a:srgbClr val="F8F3EE"/>
          </a:solidFill>
          <a:ln w="12700">
            <a:solidFill>
              <a:srgbClr val="E8DC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346EC65-E155-CE56-7883-6437D6E87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577776"/>
              </p:ext>
            </p:extLst>
          </p:nvPr>
        </p:nvGraphicFramePr>
        <p:xfrm>
          <a:off x="7874000" y="914400"/>
          <a:ext cx="772160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400">
                  <a:extLst>
                    <a:ext uri="{9D8B030D-6E8A-4147-A177-3AD203B41FA5}">
                      <a16:colId xmlns:a16="http://schemas.microsoft.com/office/drawing/2014/main" val="3117497450"/>
                    </a:ext>
                  </a:extLst>
                </a:gridCol>
                <a:gridCol w="2159000">
                  <a:extLst>
                    <a:ext uri="{9D8B030D-6E8A-4147-A177-3AD203B41FA5}">
                      <a16:colId xmlns:a16="http://schemas.microsoft.com/office/drawing/2014/main" val="561876594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1476651352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625704406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491998652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2608021489"/>
                    </a:ext>
                  </a:extLst>
                </a:gridCol>
              </a:tblGrid>
              <a:tr h="605971"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ID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Empresa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Correo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Estado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Alta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2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Aprobada</a:t>
                      </a:r>
                    </a:p>
                  </a:txBody>
                  <a:tcPr marL="76200" marR="76200">
                    <a:solidFill>
                      <a:srgbClr val="4673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3043863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01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empresa01@demo.local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2026-04-12 19:45:47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14290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02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empresa02@demo.local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22:34:36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65669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03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empresa03@demo.local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22:29:42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5637903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04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empresa04@demo.local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pendiente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22:20:43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-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16322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05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empresa05@demo.local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aprobada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20:35:45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20:44:36</a:t>
                      </a:r>
                    </a:p>
                  </a:txBody>
                  <a:tcPr marL="76200" marR="76200">
                    <a:solidFill>
                      <a:srgbClr val="FDFA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025325"/>
                  </a:ext>
                </a:extLst>
              </a:tr>
              <a:tr h="605971"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 demo 06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empresa06@demo.local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aprobada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20:32:45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000">
                          <a:solidFill>
                            <a:srgbClr val="37291F"/>
                          </a:solidFill>
                          <a:latin typeface="Calibri" panose="020F0502020204030204" pitchFamily="34" charset="0"/>
                        </a:rPr>
                        <a:t>2026-03-29 20:47:16</a:t>
                      </a:r>
                    </a:p>
                  </a:txBody>
                  <a:tcPr marL="76200" marR="76200">
                    <a:solidFill>
                      <a:srgbClr val="F9F3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716612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2B725F00-84CE-ECC5-326E-DA69A9DC68D9}"/>
              </a:ext>
            </a:extLst>
          </p:cNvPr>
          <p:cNvSpPr txBox="1"/>
          <p:nvPr/>
        </p:nvSpPr>
        <p:spPr>
          <a:xfrm>
            <a:off x="7874000" y="5537200"/>
            <a:ext cx="774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500">
                <a:solidFill>
                  <a:srgbClr val="DCD0C8"/>
                </a:solidFill>
                <a:latin typeface="Segoe UI" panose="020B0502040204020203" pitchFamily="34" charset="0"/>
              </a:rPr>
              <a:t>En este caso estoy ensenando la exportacion de solicitudes de empresa.
La muestra esta anonimizada para la entrega, pero el archivo sale del endpoint real del backend y tambien lo he dejado guardado en formato Excel para verlo mejor.</a:t>
            </a:r>
          </a:p>
        </p:txBody>
      </p:sp>
    </p:spTree>
    <p:extLst>
      <p:ext uri="{BB962C8B-B14F-4D97-AF65-F5344CB8AC3E}">
        <p14:creationId xmlns:p14="http://schemas.microsoft.com/office/powerpoint/2010/main" val="32972035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000"/>
    </mc:Choice>
    <mc:Fallback>
      <p:transition spd="slow" advTm="24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52C8FCB-B003-6817-DA0E-4D686C1819B6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MENSAJERIA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A59DF5-7569-8F9C-4708-0F3A53FD5F61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Bandeja unificada de empresas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B8673C7-2674-BF1E-0C0B-D07E1DCC34CD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Otra mejora importante es la bandeja unificada. En vez de obligar a entrar solicitud por solicitud, aqui puedo ver todas las conversaciones con las empresas en una vista tipo inbox y responder desde el propio portal interno.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AB54E5C-E3AB-F9D8-B420-7880D97CE82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660400"/>
            <a:ext cx="7874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53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598677D-C298-2EC4-C5C5-68B246CE171C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ASIGNACIONES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21D5841-2DAF-9A5B-E2C9-1963EB43E858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Seguimientos, evidencias y cierre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4B2A70A-9D3C-0A19-1B55-ACAFD94855CF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En las asignaciones no me he quedado solo en el alta basica. He anadido seguimientos, evidencias y una evaluacion final para que el ciclo de practicas quede mas completo y tenga trazabilidad real.</a:t>
            </a:r>
          </a:p>
        </p:txBody>
      </p:sp>
    </p:spTree>
    <p:extLst>
      <p:ext uri="{BB962C8B-B14F-4D97-AF65-F5344CB8AC3E}">
        <p14:creationId xmlns:p14="http://schemas.microsoft.com/office/powerpoint/2010/main" val="40129169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E79776-55EE-834C-92F4-5A67ADB8929D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PORTAL EXTERNO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CC05423-8B31-584D-9BCC-E1FBC0FED404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Registro y seguimiento de la empresa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84CFB2-DC34-E5FE-315A-5E10DBCD9966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Este es el portal externo. Aqui la empresa puede registrarse, verificar su correo, consultar el estado de la solicitud y, cuando ya esta aprobada, pasar a su acceso privado sin mezclarse con el panel interno del centro.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871D841-93E7-E367-A81D-1525C2B1110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660400"/>
            <a:ext cx="7874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09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2000"/>
    </mc:Choice>
    <mc:Fallback>
      <p:transition spd="slow" advTm="2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BEB3CD2-6638-7EF9-7277-CBD3EE3E20C7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CUENTA EMPRESA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CD027F-5577-08C7-D4E7-104A46DA9FB7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Acceso persistente y recuperacion de contrasena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09D942F-45B9-B310-3CDF-5A5F13E597B7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Despues de la aprobacion, la empresa ya no depende solo del correo inicial. He dejado cuenta persistente, inicio de sesion y recuperacion de contrasena para que el flujo sea mas parecido al de una aplicacion real.</a:t>
            </a:r>
          </a:p>
        </p:txBody>
      </p:sp>
    </p:spTree>
    <p:extLst>
      <p:ext uri="{BB962C8B-B14F-4D97-AF65-F5344CB8AC3E}">
        <p14:creationId xmlns:p14="http://schemas.microsoft.com/office/powerpoint/2010/main" val="3720928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20002E4-DB17-5A6D-3FC8-AABB1BC64AE1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DOCUMENTACION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279EBD3-A1E7-112D-8579-A60BA5EB244A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Guia y memoria separadas del portal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083B309-558C-CD81-FE6E-73CC07F421F6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La documentacion la he dejado separada del uso operativo. Asi puedo ensenar la memoria, las capturas y la guia del proyecto sin entrar en menus internos ni mezclar la defensa con el trabajo diario de la aplicacion.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6C1E324-FC77-3FF6-609E-F2FDB111280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660400"/>
            <a:ext cx="7874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376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000"/>
    </mc:Choice>
    <mc:Fallback>
      <p:transition spd="slow" advTm="16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9B83545-5FA1-DEB4-F62D-5C5BCC918CF3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MONITOR PRIVADO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C15EB11-745B-C320-F296-69740CEEDDF1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Supervision tecnica y acceso publico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69ACC22-4D17-E17C-8756-4E170051A109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Por ultimo, he separado un monitor privado para la parte tecnica. Desde aqui reviso servicios, logs, documentos y el acceso publico temporal, y las acciones sensibles quedan protegidas con MFA para no mezclarlas con el portal funcional.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B4904FC-EBB6-13B0-8299-671BC1D9C70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660400"/>
            <a:ext cx="7874000" cy="44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72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000"/>
    </mc:Choice>
    <mc:Fallback>
      <p:transition spd="slow" advTm="20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3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DCF6160-78A1-EF37-1537-29B1FC013061}"/>
              </a:ext>
            </a:extLst>
          </p:cNvPr>
          <p:cNvSpPr txBox="1"/>
          <p:nvPr/>
        </p:nvSpPr>
        <p:spPr>
          <a:xfrm>
            <a:off x="533400" y="406400"/>
            <a:ext cx="635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400">
                <a:solidFill>
                  <a:srgbClr val="5C9AC3"/>
                </a:solidFill>
                <a:latin typeface="Segoe UI" panose="020B0502040204020203" pitchFamily="34" charset="0"/>
              </a:rPr>
              <a:t>CIERRE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A21ACF-4F02-B5DE-D021-D0EF7A0C4A60}"/>
              </a:ext>
            </a:extLst>
          </p:cNvPr>
          <p:cNvSpPr txBox="1"/>
          <p:nvPr/>
        </p:nvSpPr>
        <p:spPr>
          <a:xfrm>
            <a:off x="533400" y="7874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2800" b="1">
                <a:solidFill>
                  <a:srgbClr val="FCF8F7"/>
                </a:solidFill>
                <a:latin typeface="Segoe UI" panose="020B0502040204020203" pitchFamily="34" charset="0"/>
              </a:rPr>
              <a:t>Estado de la entrega final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7AFB1FC-55D4-0209-6845-84B8092E5B0C}"/>
              </a:ext>
            </a:extLst>
          </p:cNvPr>
          <p:cNvSpPr txBox="1"/>
          <p:nvPr/>
        </p:nvSpPr>
        <p:spPr>
          <a:xfrm>
            <a:off x="533400" y="2032000"/>
            <a:ext cx="711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ES" sz="1600">
                <a:solidFill>
                  <a:srgbClr val="DCD0C8"/>
                </a:solidFill>
                <a:latin typeface="Segoe UI" panose="020B0502040204020203" pitchFamily="34" charset="0"/>
              </a:rPr>
              <a:t>Con esto cierro la demostracion. La aplicacion queda organizada en portal interno, portal externo, documentacion y monitor, y tanto la memoria como el video se han preparado sobre el estado real del sistema.</a:t>
            </a:r>
          </a:p>
        </p:txBody>
      </p:sp>
    </p:spTree>
    <p:extLst>
      <p:ext uri="{BB962C8B-B14F-4D97-AF65-F5344CB8AC3E}">
        <p14:creationId xmlns:p14="http://schemas.microsoft.com/office/powerpoint/2010/main" val="1855538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2000"/>
    </mc:Choice>
    <mc:Fallback>
      <p:transition spd="slow" advTm="12000"/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669</Words>
  <Application>Microsoft Office PowerPoint</Application>
  <PresentationFormat>Personalizado</PresentationFormat>
  <Paragraphs>76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Segoe UI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Ángel Méndez Minda</dc:creator>
  <cp:lastModifiedBy>Luis Ángel Méndez Minda</cp:lastModifiedBy>
  <cp:revision>1</cp:revision>
  <dcterms:created xsi:type="dcterms:W3CDTF">2026-04-12T17:48:00Z</dcterms:created>
  <dcterms:modified xsi:type="dcterms:W3CDTF">2026-04-12T17:48:00Z</dcterms:modified>
</cp:coreProperties>
</file>