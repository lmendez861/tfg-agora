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EB480-DEC5-C3C4-FC91-56B94A297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BB0717-386E-2BAE-689E-01483B08D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6B6547-D969-3C7D-7C70-D8187A053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08FB6-42D1-99BC-250A-5EF422A65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1BAEDC-6C91-AC94-93DF-F9E045FF5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1128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FFDA04-2776-B5CC-85E3-80C7DD871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6C8F6E-756C-AC40-2FC0-8D14D679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736CB90-7A87-B34E-96E0-ECDFAF56C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8AD3EC-5443-A82A-0065-F7B72D0B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23D0EE1-C49F-F382-541A-12E879E4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4142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97D86D-619D-25E3-B00A-DE41A85CF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4E0891-BE16-CEB3-4DC2-B35A29BB3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F6EC919-9F49-1EEA-5867-7CE18DAB7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D8D286-60E6-5B2C-130B-29EE9910C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1E479-BCB7-0C9F-66F5-EA0A16EA8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992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997114-6B15-1EBB-E423-63656AC95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5D041A0-997C-8C58-5C1B-FA2A62237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3506DD0-4742-7C02-6C84-F9E6859FD6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12A0A34-3C7C-C6CC-6476-B47EE61E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BCBE9DF-C08D-B4BE-C2BB-93842A22A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447A1D6-CD66-A9C6-77FF-D6083E1A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176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3FA77-43CC-FB96-9C32-E8B9552B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E73F12C-0345-A12A-4CBD-538D4340B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9888DB4-B17B-DC89-4260-9C935D3EE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F36DB20-2213-20BD-8D2B-0CFB60B03B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BB80C80-5A3D-4BCC-3DC7-97E7F554F3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53EC15E-6989-29F4-C877-9963A8643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8BCE858-5138-0BF9-2737-32BEC6554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52A129B-1B94-183F-5467-AA28581CB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9236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670B23-6655-4BDB-082D-AADE1FC6A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61962D4-D76F-9075-6177-ED404CA37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429EF47-7C74-6D1C-FD59-AAB40BF14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36A5273-ADB8-8A1D-B65C-2C400A209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0411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3047F5C-54F4-A516-2859-8BC1A966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68089C3-1A26-6AB3-A988-939B09B61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CDF64B-0F25-8B14-746B-15B4D1AD7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4007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67B5C6-2F3F-4B8F-1318-00895920F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FA258A-8838-D586-ECAB-040892484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BC00231-3927-2760-A0E0-A17E70E3B1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0C513-F127-20CC-D608-D88B6EC53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CD3B2C-CEC7-0C65-AA1B-8E576AFB5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1165E22-7BD0-7019-3050-390FB9A4C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2418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3F31E4-C35B-4424-11B1-ABB821BD6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9F6A52B-66A3-3130-24E3-8762E98BE1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495D7D6-65C1-B59E-8BA3-F4170CAA0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9DB33F-B765-D7A9-3A73-45B3DBECA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40A8D8A-4006-3DB3-2762-C13B510FD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3C68661-42AC-8B5A-B1C0-A1E855DE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2182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2ED962-0D8C-4A08-AAD8-558308B5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EED9AED-962D-1346-2492-015940118D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ADD12A7-907D-630B-72BC-375AFA392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B2E9CE-0D6D-7EAE-C31C-20512F914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AF2095-AB5B-669E-9614-2B980E8D0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1546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CD9183-9B69-979E-9BEA-391C0B5930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C82B82F-BD36-B175-8087-F741BF369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245ACE-E50D-958D-D7A7-18430EC83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DF135B-BA58-FB6A-B85D-A48D720D5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A8D54A-43FF-EBF0-8AEF-DA38C61E5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3083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ED63532-6A17-45F5-F584-67C03E181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8D958A-06FE-0E98-1692-31A0F14B1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1FD606-3ED4-26A3-C14D-B6CD736C9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A21FD9-3D2E-4368-8C20-26695743AB37}" type="datetimeFigureOut">
              <a:rPr lang="es-ES" smtClean="0"/>
              <a:t>26/04/2026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113F70-2101-941F-88A6-1970A8260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3CADB4-6D70-2096-09CC-61EEE22C3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9473E1-ACD5-4C35-8A08-9B6197486D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0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DED4EA02-6BEA-A264-1DF2-EB4D8187DD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CCF2BD0-144C-34ED-5757-D0CBCF714DC3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A79E0CE-666A-117E-88AC-5C25D203306A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641F6C4-C337-D327-E55D-E4BD22755774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33F218C-EF17-EF6A-5F8E-47618B995C56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094F3C0-6DE7-42AA-F395-8BD6F5F50E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676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79F1282-CF39-0930-9A05-344BCA0A17C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AB9BAC-003E-318D-5484-8F806E5C49A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F1A325E-957E-8185-77DE-C31F65EE774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8459745-0D6D-1621-55F1-880FD5C08BDC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6AB671-7EBE-D66D-8636-8E3648846053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5C10D5-5A1F-196F-C105-4CD38F89BDA9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006636-8EC1-3112-DA77-AFE0F0559BC9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3430339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102CF5D-A8B2-F602-544C-D0D07D409CB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77035A-ED9B-B6E7-DFCC-5191FC3F512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3C19167-55BB-FE32-F49A-008FA3056082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08BC56-DA41-2C62-D237-6F623EA2FB60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4BD4EF2-0FF2-CEB6-7035-B36C29E26061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F39DCFA7-327D-5C67-963F-CA96C9CDA483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C3EDE71-F7A1-70A2-2B83-B51AEE509A6D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E534A0-BF94-CB21-95FE-55905DA6AF47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B46A34D-43C8-1F34-305D-9F344085BE16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D24BB83-B771-BB35-1FEF-B1E61EA78524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E8B2ECC-91BD-8D8A-7FDC-C9D7C640EC42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4BD3E8C-D8E9-CCD6-EAC4-A0A3C674087D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508E45-19E6-E543-7BEA-48F37415429D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9712C04-C18D-5F91-AA09-B4F771A0F2AE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118899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9F9E01F-987D-C557-46CE-5BFA55DE492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4760B98-9D19-6368-974F-2254126C9C1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Separacion por responsabilidades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7BB10BA-4D7A-E13E-B18F-EE7C55973A81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Un unico nucleo de datos y negocio, con interfaces distintas para cada tipo de usuario.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DCCBB1E-47E7-1DA6-E4D1-2AB1FAAC70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50" y="2006600"/>
            <a:ext cx="5905500" cy="3937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7BA3F35-0CF1-365A-F279-30E9CDFF97DF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API REST Symfony como centro de negocio.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Panel interno React para coordinacion.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Portal externo React para empresas.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Documentacion y monitor separados del flujo operativo.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Modo integrado bajo una unica URL.</a:t>
            </a:r>
          </a:p>
        </p:txBody>
      </p:sp>
    </p:spTree>
    <p:extLst>
      <p:ext uri="{BB962C8B-B14F-4D97-AF65-F5344CB8AC3E}">
        <p14:creationId xmlns:p14="http://schemas.microsoft.com/office/powerpoint/2010/main" val="18349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C0B66EA-084D-585F-B23B-A10967107D1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C858BA-3918-B1B7-5271-E5BEF67FCE8D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Del alta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5A08FDD-5CD7-0E1E-05BF-116B1EA345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980890"/>
            <a:ext cx="5969000" cy="378522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F3C56D3-0158-5879-CD7C-9DE53E89FBD8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5B700DD-EF8E-A18A-CC58-19279B8B9ADF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Primero se revisa o activa la empresa.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Despues se formaliza el convenio.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Solo con convenio operativo se planifica la asignacion.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Seguimientos, evidencias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317275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095D627-0DED-D2F5-04A6-8B1A3C771A3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D5AACBD-EC6B-96A3-57FD-5B298425872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851A165-9507-CF05-7AB0-0FAB3001E044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AD6CE01-9208-4F88-E2BE-79C30F531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58A14B5-28F9-D445-33A9-5222D6E09D28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EC97CD0-A452-8DB1-FD4C-DE5C118181A9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20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E30FCFA-A334-B671-8BAC-2ACC755A66E5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13B8CA52-724C-14CD-9D81-4874AEEF19CA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A96A11B-9419-E6FB-A43D-6D758208A627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539EB69-7084-165D-C856-74EEBC0B351F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EB327542-0B26-7772-C0F4-ABA8079202AB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760CE69-8E84-AA02-E372-1FA31F2D6E0A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41DA389-F831-0FB8-2195-73988D607916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552193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6DC624F-570B-5514-29B2-4BD5452AA45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BADECAD-845D-687E-ED29-95892FB36FF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AAA1BD7-8721-C4EE-98D7-59F31438D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362" y="1778000"/>
            <a:ext cx="5502977" cy="40894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891BB2D-8A49-6C6C-B4C7-746AF0A5C7DA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1551878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AE3F5B9-FC61-F650-E736-1FBDA21C5A3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1F36350-96B8-A6ED-A1D9-11FC6977452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E8D12A9-7D05-7900-79F3-827C8D8003A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1534564-ACE1-B230-C5E1-0B8142A7C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C61D247-B210-5407-C651-B8B328DCE8F0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34E52FC-4AC6-F979-6870-634DB73985E6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1CC3839-3DF0-0DFC-8C91-0B35A64D180F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2332594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C9D0D19-0594-F6DD-C876-3630DC5FAED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OPERACION Y DOCUMENTACION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F1DA6C-954E-DA96-051F-584C7A18205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No solo es una app: tambien se puede mantener y explicar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FD4C94-ABB9-2AFF-A68C-57CE7FD58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431" y="1841500"/>
            <a:ext cx="2897338" cy="3810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BAE5865-7838-FE08-B7A2-A33BB175A7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2353468"/>
            <a:ext cx="4953000" cy="27860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1540CCD0-9E66-E4BA-1492-28B6D68935A7}"/>
              </a:ext>
            </a:extLst>
          </p:cNvPr>
          <p:cNvSpPr txBox="1"/>
          <p:nvPr/>
        </p:nvSpPr>
        <p:spPr>
          <a:xfrm>
            <a:off x="914400" y="58674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Guia funcional publica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E82424-98C6-89F0-7F68-F5D73E31D933}"/>
              </a:ext>
            </a:extLst>
          </p:cNvPr>
          <p:cNvSpPr txBox="1"/>
          <p:nvPr/>
        </p:nvSpPr>
        <p:spPr>
          <a:xfrm>
            <a:off x="6629400" y="58674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Monitor privado con MFA y estado tecnico</a:t>
            </a:r>
          </a:p>
        </p:txBody>
      </p:sp>
    </p:spTree>
    <p:extLst>
      <p:ext uri="{BB962C8B-B14F-4D97-AF65-F5344CB8AC3E}">
        <p14:creationId xmlns:p14="http://schemas.microsoft.com/office/powerpoint/2010/main" val="621463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6E923DE-D116-8E40-FE2B-544382AE046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76CEF37-5696-1531-6109-25F8B6FD113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Registro externo con validacion y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4FEA111-3DE2-F4CE-8461-2D88FB66CEB3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Este fragmento une formulario publico, validacion backend, token y enlace de verificacion.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4D97DEE-7D6C-6366-01CA-17C91C7E1F3E}"/>
              </a:ext>
            </a:extLst>
          </p:cNvPr>
          <p:cNvSpPr/>
          <p:nvPr/>
        </p:nvSpPr>
        <p:spPr>
          <a:xfrm>
            <a:off x="711200" y="1930400"/>
            <a:ext cx="6832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955EE78-F254-0C3E-9E60-D65CD3BDE80C}"/>
              </a:ext>
            </a:extLst>
          </p:cNvPr>
          <p:cNvSpPr txBox="1"/>
          <p:nvPr/>
        </p:nvSpPr>
        <p:spPr>
          <a:xfrm>
            <a:off x="939800" y="2120900"/>
            <a:ext cx="6375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$constraints = new Assert\Collection([
  'nombreEmpresa' =&gt; [new Assert\NotBlank()],
  'contactoEmail' =&gt; [new Assert\NotBlank(), new Assert\Email()],
]);
$solicitud = (new EmpresaSolicitud())
  -&gt;setNombreEmpresa($payload['nombreEmpresa'])
  -&gt;setContactoEmail($payload['contactoEmail']);
$verificationUrl = $this-&gt;urlGenerator-&gt;generate(
  'registro_empresa_confirm',
  ['token' =&gt; $solicitud-&gt;getToken()],
  UrlGeneratorInterface::ABSOLUTE_URL
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CDE44C5-002D-48AA-456B-05F10EB92F7A}"/>
              </a:ext>
            </a:extLst>
          </p:cNvPr>
          <p:cNvSpPr txBox="1"/>
          <p:nvPr/>
        </p:nvSpPr>
        <p:spPr>
          <a:xfrm>
            <a:off x="939800" y="5410200"/>
            <a:ext cx="6375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94A3B8"/>
                </a:solidFill>
                <a:latin typeface="Consolas" panose="020B0609020204030204" pitchFamily="49" charset="0"/>
              </a:rPr>
              <a:t>backend/src/Controller/RegistroEmpresaController.php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D853C4D-A8C1-7502-6598-18E7E78D93F9}"/>
              </a:ext>
            </a:extLst>
          </p:cNvPr>
          <p:cNvSpPr txBox="1"/>
          <p:nvPr/>
        </p:nvSpPr>
        <p:spPr>
          <a:xfrm>
            <a:off x="8128000" y="220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Valida datos obligatorios antes de persistir.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Genera una solicitud con token propio.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Crea una URL absoluta para confirmar el correo.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Permite explicar por que la empresa no entra directamente al panel interno.</a:t>
            </a:r>
          </a:p>
        </p:txBody>
      </p:sp>
    </p:spTree>
    <p:extLst>
      <p:ext uri="{BB962C8B-B14F-4D97-AF65-F5344CB8AC3E}">
        <p14:creationId xmlns:p14="http://schemas.microsoft.com/office/powerpoint/2010/main" val="558313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24C088C-05DE-32BC-8F3D-22AC13974013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B131004-05A6-4D1B-AA9D-04474D15AA8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Reglas de negocio en asignaciones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D192C9E-EA2C-19A8-58B8-B895678AEEFF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aplicacion impide asignaciones incoherentes aunque alguien intente saltarse el formulario.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A7C52F6-E23D-2618-E2C5-E29A3DBDA4F1}"/>
              </a:ext>
            </a:extLst>
          </p:cNvPr>
          <p:cNvSpPr/>
          <p:nvPr/>
        </p:nvSpPr>
        <p:spPr>
          <a:xfrm>
            <a:off x="711200" y="1930400"/>
            <a:ext cx="6959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36F0955-DDCF-BC78-8863-E1668C897FA6}"/>
              </a:ext>
            </a:extLst>
          </p:cNvPr>
          <p:cNvSpPr txBox="1"/>
          <p:nvPr/>
        </p:nvSpPr>
        <p:spPr>
          <a:xfrm>
            <a:off x="939800" y="21209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private const ELIGIBLE_COMPANY_STATES = ['activa'];
private const ELIGIBLE_CONVENIO_STATES = ['firmado', 'vigente', 'renovacion'];
if ($empresa &amp;&amp; $convenio-&gt;getEmpresa()-&gt;getId() !== $empresa-&gt;getId()) {
  return $this-&gt;json([
    'message' =&gt; 'El convenio no pertenece a la empresa indicada.'
  ], Response::HTTP_BAD_REQUEST);
}
$this-&gt;validateCompanyForAssignment($empresa);
$this-&gt;validateConvenioForAssignment($convenio);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BCD15C8-3877-49A9-EB29-10E1FB0306F9}"/>
              </a:ext>
            </a:extLst>
          </p:cNvPr>
          <p:cNvSpPr txBox="1"/>
          <p:nvPr/>
        </p:nvSpPr>
        <p:spPr>
          <a:xfrm>
            <a:off x="939800" y="54102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94A3B8"/>
                </a:solidFill>
                <a:latin typeface="Consolas" panose="020B0609020204030204" pitchFamily="49" charset="0"/>
              </a:rPr>
              <a:t>backend/src/Controller/Api/AsignacionController.php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600925E-51DE-CF19-7258-F3520E8F4FCB}"/>
              </a:ext>
            </a:extLst>
          </p:cNvPr>
          <p:cNvSpPr txBox="1"/>
          <p:nvPr/>
        </p:nvSpPr>
        <p:spPr>
          <a:xfrm>
            <a:off x="8204200" y="2209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Solo empresas activas.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Solo convenios firmados, vigentes o en renovacion.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convenio debe pertenecer a la empresa elegida.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regla vive en backend y no depende solo de la UI.</a:t>
            </a:r>
          </a:p>
        </p:txBody>
      </p:sp>
    </p:spTree>
    <p:extLst>
      <p:ext uri="{BB962C8B-B14F-4D97-AF65-F5344CB8AC3E}">
        <p14:creationId xmlns:p14="http://schemas.microsoft.com/office/powerpoint/2010/main" val="2487272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7185A8C-1EC1-0BD9-7F9C-070080BA2E2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9AA94AC-9D51-2E38-30B3-D31E6189795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Cliente API compartido por el panel interno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AE375A4-7841-20EE-4DBB-D796858703EC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Centraliza credenciales, sesion, errores y llamadas al backend.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B028AC3-08E7-CD92-81DF-28D09737B51C}"/>
              </a:ext>
            </a:extLst>
          </p:cNvPr>
          <p:cNvSpPr/>
          <p:nvPr/>
        </p:nvSpPr>
        <p:spPr>
          <a:xfrm>
            <a:off x="711200" y="1930400"/>
            <a:ext cx="6959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0E5A7F9-59D4-F29F-31F8-3004D92C4420}"/>
              </a:ext>
            </a:extLst>
          </p:cNvPr>
          <p:cNvSpPr txBox="1"/>
          <p:nvPr/>
        </p:nvSpPr>
        <p:spPr>
          <a:xfrm>
            <a:off x="939800" y="21209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async function apiRequest&lt;T&gt;(path: string, init: RequestInit = {}): Promise&lt;T&gt; {
  const headers = new Headers(init.headers);
  const authorizationHeader = getAuthorizationHeader();
  if (authorizationHeader) headers.set('Authorization', authorizationHeader);
  const response = await fetch(`${API_BASE_URL}${path}`, {
    ...init,
    headers,
    credentials: 'include',
  });
  if (!response.ok) throw new Error(`Error ${response.status}`);
  return response.status === 204 ? undefined as T : await response.json();
}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0C3CE94-8389-4300-7E2F-899E5B8DE5AB}"/>
              </a:ext>
            </a:extLst>
          </p:cNvPr>
          <p:cNvSpPr txBox="1"/>
          <p:nvPr/>
        </p:nvSpPr>
        <p:spPr>
          <a:xfrm>
            <a:off x="939800" y="54102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000">
                <a:solidFill>
                  <a:srgbClr val="94A3B8"/>
                </a:solidFill>
                <a:latin typeface="Consolas" panose="020B0609020204030204" pitchFamily="49" charset="0"/>
              </a:rPr>
              <a:t>frontend/app/src/services/api.ts</a:t>
            </a:r>
            <a:endParaRPr lang="es-ES" sz="1000">
              <a:solidFill>
                <a:srgbClr val="94A3B8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A7DEAC4-B20F-46B3-C058-729A04D9FFA6}"/>
              </a:ext>
            </a:extLst>
          </p:cNvPr>
          <p:cNvSpPr txBox="1"/>
          <p:nvPr/>
        </p:nvSpPr>
        <p:spPr>
          <a:xfrm>
            <a:off x="8204200" y="2209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Todas las llamadas pasan por un unico punto.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Usa sesion de navegador y cabecera Authorization cuando procede.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Normaliza errores para mostrarlos en 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Facilita mantener el frontend sin duplicar fetch en cada pantalla.</a:t>
            </a:r>
          </a:p>
        </p:txBody>
      </p:sp>
    </p:spTree>
    <p:extLst>
      <p:ext uri="{BB962C8B-B14F-4D97-AF65-F5344CB8AC3E}">
        <p14:creationId xmlns:p14="http://schemas.microsoft.com/office/powerpoint/2010/main" val="888581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4B25AB-4FF2-4928-911C-B7C57E0C5443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4B854D2-17BD-3E1D-0F74-719E41E603E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Pruebas E2E sobre flujos reales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2864871-2CB6-206F-2425-C9AF565C8CC1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defensa no se apoya solo en capturas: hay pruebas que navegan por la app.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7EA8DB2-FEC9-BF7D-5595-846AF61C3041}"/>
              </a:ext>
            </a:extLst>
          </p:cNvPr>
          <p:cNvSpPr/>
          <p:nvPr/>
        </p:nvSpPr>
        <p:spPr>
          <a:xfrm>
            <a:off x="711200" y="1930400"/>
            <a:ext cx="6959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5D067B-8425-72D6-4973-B43E739254BD}"/>
              </a:ext>
            </a:extLst>
          </p:cNvPr>
          <p:cNvSpPr txBox="1"/>
          <p:nvPr/>
        </p:nvSpPr>
        <p:spPr>
          <a:xfrm>
            <a:off x="939800" y="21209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test('external registration flow reaches mail step', async ({ page }) =&gt; {
  await page.goto('/externo');
  await page.getByLabel(/Nombre de la empresa/i).fill('Empresa E2E');
  await page.getByLabel(/Email corporativo/i).fill('e2e@example.com');
  await page.getByRole('button', { name: /Enviar solicitud/i }).click();
  await expect(page).toHaveURL(/\/externo\/correo/);
  await expect(page.locator('text=Verificacion por correo')).toBeVisible();
});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FE1C216-489E-FFDD-8A44-7E9763F59BCE}"/>
              </a:ext>
            </a:extLst>
          </p:cNvPr>
          <p:cNvSpPr txBox="1"/>
          <p:nvPr/>
        </p:nvSpPr>
        <p:spPr>
          <a:xfrm>
            <a:off x="939800" y="54102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94A3B8"/>
                </a:solidFill>
                <a:latin typeface="Consolas" panose="020B0609020204030204" pitchFamily="49" charset="0"/>
              </a:rPr>
              <a:t>frontend/app/e2e/critical-flows.spec.ts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7CB88EA-B58E-A1C2-3E7C-B18D05A9F2D0}"/>
              </a:ext>
            </a:extLst>
          </p:cNvPr>
          <p:cNvSpPr txBox="1"/>
          <p:nvPr/>
        </p:nvSpPr>
        <p:spPr>
          <a:xfrm>
            <a:off x="8204200" y="2209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Abre el portal externo como usuario real.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Rellena el formulario de empresa.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Comprueba que llega al paso de correo.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Complementa los tests backend y unitarios.</a:t>
            </a:r>
          </a:p>
        </p:txBody>
      </p:sp>
    </p:spTree>
    <p:extLst>
      <p:ext uri="{BB962C8B-B14F-4D97-AF65-F5344CB8AC3E}">
        <p14:creationId xmlns:p14="http://schemas.microsoft.com/office/powerpoint/2010/main" val="1304558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AD9DDF5-299C-1C9B-758F-5EC8AEC24D7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0C3B06D-749F-BC1A-931F-3D83BDE5BD6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realizadas antes de la defensa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270C2D5B-D0D4-5425-8988-AB6EE52B5A98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A2AFB7D-75C3-BBE0-A026-F39BE2105CA7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90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C7D97F0-0C38-69B5-E0BA-15553FF71E82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9C9E807-2054-9127-9429-6A409660F897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D0ABFFB-CCEB-455A-F2B1-087C18C7B2A9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522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CE1E8D2-908B-B924-4561-A58049C07588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414E786-40AA-D662-0B77-F572547661D0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BCD2E6E-7FEE-9A40-9323-7FD475EB68BB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D255B9C-B357-1798-C60F-572D7CD3538E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FED11A9-1E12-9168-F777-EC51BB9F3F37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83A1DAA-7D1C-F6EB-BE83-0FB8BFFAA23F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3/3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812EE9E-4B00-1AB3-A5DD-A1394BB7A1F0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A17FC3F-07E6-E91A-3C1A-7C5016118CBC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los dos frontends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Rutas /app, /externo, /documentacion y /monitor comprobadas con HTTP 200.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Flujos criticos: login interno, monitor privado y registro externo hasta correo.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A2211E6-0A5B-B7B5-5914-37FD30B6155B}"/>
              </a:ext>
            </a:extLst>
          </p:cNvPr>
          <p:cNvSpPr txBox="1"/>
          <p:nvPr/>
        </p:nvSpPr>
        <p:spPr>
          <a:xfrm>
            <a:off x="1193800" y="55880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Doctrine/PHPUnit,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2648277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3BC56A0-6199-C19D-B500-7EF3395CBC7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E0D7E40-7583-3E61-2823-3EB08541976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C3F5FB-FC13-3765-101C-9A41C302052D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No necesita instalar dependencias si el entorno de demostracion esta levantado.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D3D4F96-4348-744B-BC6B-39900F810CB6}"/>
              </a:ext>
            </a:extLst>
          </p:cNvPr>
          <p:cNvSpPr/>
          <p:nvPr/>
        </p:nvSpPr>
        <p:spPr>
          <a:xfrm>
            <a:off x="889000" y="2032000"/>
            <a:ext cx="10414000" cy="16510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9DDA9F9-08F7-1758-264E-B41935A6A6D6}"/>
              </a:ext>
            </a:extLst>
          </p:cNvPr>
          <p:cNvSpPr txBox="1"/>
          <p:nvPr/>
        </p:nvSpPr>
        <p:spPr>
          <a:xfrm>
            <a:off x="1244600" y="2336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4975B0"/>
                </a:solidFill>
                <a:latin typeface="Consolas" panose="020B0609020204030204" pitchFamily="49" charset="0"/>
              </a:rPr>
              <a:t>https://...trycloudflare.com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E1C0560-176E-69A9-7BD8-5C1FA97D2DCA}"/>
              </a:ext>
            </a:extLst>
          </p:cNvPr>
          <p:cNvSpPr txBox="1"/>
          <p:nvPr/>
        </p:nvSpPr>
        <p:spPr>
          <a:xfrm>
            <a:off x="1270000" y="2921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1F2937"/>
                </a:solidFill>
                <a:latin typeface="Segoe UI" panose="020B0502040204020203" pitchFamily="34" charset="0"/>
              </a:rPr>
              <a:t>URL temporal generada con cloudflared mientras el equipo local y el backend estan activos.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914FAD8-3974-02AC-DBEE-B0E9438C83E8}"/>
              </a:ext>
            </a:extLst>
          </p:cNvPr>
          <p:cNvSpPr txBox="1"/>
          <p:nvPr/>
        </p:nvSpPr>
        <p:spPr>
          <a:xfrm>
            <a:off x="1320800" y="41910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URL/app: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URL/externo: portal de empresa.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URL/documentacion: guia funcional.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URL/monitor: supervision tecnica protegida.</a:t>
            </a:r>
          </a:p>
        </p:txBody>
      </p:sp>
    </p:spTree>
    <p:extLst>
      <p:ext uri="{BB962C8B-B14F-4D97-AF65-F5344CB8AC3E}">
        <p14:creationId xmlns:p14="http://schemas.microsoft.com/office/powerpoint/2010/main" val="2249659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A977C69-2B71-237A-5E81-77596293E329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C83F2DD-7CAB-A2A4-28E4-C3796172BF9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64076DE-2100-F9AA-C059-A0165F46DC90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en infraestructura dedicada.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5DDA8C8-8B2A-FD93-3F95-5153FF60765E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38F232F-EF10-A3D3-CB75-E641EC0DA9D5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FFB2152-F8EA-0244-347D-2E194B38A89F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Endurecer seguridad, desplegar en infraestructura estable y ampliar automatizacion E2E.</a:t>
            </a:r>
          </a:p>
        </p:txBody>
      </p:sp>
    </p:spTree>
    <p:extLst>
      <p:ext uri="{BB962C8B-B14F-4D97-AF65-F5344CB8AC3E}">
        <p14:creationId xmlns:p14="http://schemas.microsoft.com/office/powerpoint/2010/main" val="874468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2FE5A12-90F8-7D38-1400-C037B7FC56C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2E5DD95-61D5-0FCB-DB6B-F6D83A2D2EA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9CB6F29-63B2-5EFA-4962-F0E1BF095FFE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057661D-9905-2FF9-7F3A-59BEB93B9947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frontends, documentacion y monitor.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 y material de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7F05108-CA1B-A8EB-66E3-7CFF258015C7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22322546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1419</Words>
  <Application>Microsoft Office PowerPoint</Application>
  <PresentationFormat>Personalizado</PresentationFormat>
  <Paragraphs>138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2026-04-26T20:36:04Z</dcterms:created>
  <dcterms:modified xsi:type="dcterms:W3CDTF">2026-04-26T20:36:04Z</dcterms:modified>
</cp:coreProperties>
</file>